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LATEST SCIENTIFIC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RESEARCH PROGRESS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February 13, 2026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Medicine: GLP-1 Drugs &amp; WHO Review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WHO-commissioned reviews (Feb 2026) confirm high efficacy of GLP-1 agonists.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Key medications: Tirzepatide (Mounjaro, Zepbound) and Semaglutide (Ozempic, Wegovy).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Proven benefits for weight management and metabolic health across diverse global populations.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Recent focus on long-term safety and expanded access in developing regions.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Neurology: Migraine Care for Youth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Fremanezumab trials show success in children and adolescents.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Effective in reducing the frequency of episodic migraine attacks.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Significant improvement in quality of life and school attendance reported.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Breakthrough in pediatric neurology as safe preventative options expand.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Biotech: Epigenetic Clocks &amp; Aging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2026: Shift toward larger clinical trials for aging biomarkers.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Testing how epigenetic clocks respond to medical and lifestyle interventions.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Goal: Develop objective measures to quantify 'biological age' vs. chronological age.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Personalized longevity medicine is becoming a research priority.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Space: The 2026 Lunar Push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SpaceX Starship: Ongoing test flights preparing for human lunar landings.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Firefly Aerospace: Deploying lunar satellites for the ESA.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Missions focused on the far side of the moon and lunar resource mapping.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Infrastructure development for long-term lunar presence (Artemis support).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2026: Emerging Trends &amp; Outlook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Smart Agriculture: AI-driven crop optimization and water management.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Renewable Energy: Breakthroughs in high-capacity solid-state batteries.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Personalized Medicine: mRNA vaccines expanding beyond COVID to oncology.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Global Collaboration: Increased focus on open-access research data.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Latest Scientific Research Progress - Feb 2026</dc:title>
  <dc:subject>PptxGenJS Presentation</dc:subject>
  <dc:creator>picobot</dc:creator>
  <cp:lastModifiedBy>picobot</cp:lastModifiedBy>
  <cp:revision>1</cp:revision>
  <dcterms:created xsi:type="dcterms:W3CDTF">2026-02-13T04:22:35Z</dcterms:created>
  <dcterms:modified xsi:type="dcterms:W3CDTF">2026-02-13T04:22:35Z</dcterms:modified>
</cp:coreProperties>
</file>